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42346"/>
                </a:solidFill>
              </a:defRPr>
            </a:pPr>
            <a:r>
              <a:t>SmartContainer Risk Intelligence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1976D2"/>
                </a:solidFill>
              </a:defRPr>
            </a:pPr>
            <a:r>
              <a:t>AI/ML-Based Customs Inspection Prioritization | National Hackathon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34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Customs authorities process very high shipment volumes with limited inspection capacity.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Critical containers must be identified early without slowing legitimate trade.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Need: risk scoring, anomaly detection, explainability, batch processing, and deployment-ready APIs.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346"/>
                </a:solidFill>
              </a:defRPr>
            </a:pPr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Hybrid AI engine: Random Forest + Isolation Forest for risk + anomaly scoring.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3-level operational risk output: High / Medium / Low.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2-level policy output: Critical / Low Risk for strict action routing.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Natural-language explanations generated per container for officer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346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976D2"/>
                </a:solidFill>
              </a:defRPr>
            </a:pPr>
            <a:r>
              <a:t>Backend Layer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risk_engine.py for batch training + scoring.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api.py exposes /health, /stats, /predict, /batch, /batch-csv.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New: /network, /feedback, /feedback-stats for intelligence loop.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Outputs: risk_predictions.csv, summary_report.json.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035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976D2"/>
                </a:solidFill>
              </a:defRPr>
            </a:pPr>
            <a:r>
              <a:t>Frontend Layer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React dashboard with multi-tab decision UI.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Overview, Check Container, Queue, Analysis, Workflow, Model Info.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Live single-container scoring integrated via /predict.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Network + feedback modules added for innovation 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346"/>
                </a:solidFill>
              </a:defRPr>
            </a:pPr>
            <a:r>
              <a:t>Dataset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Historical labeled data used for model training: 54,000 records.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Real-time data used for scoring/testing workflow: 8,481 records.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Feature groups: weight, value-to-weight, dwell time, time-of-declaration, HS, behavioral history.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Robust file handling supports both spaced and underscored CSV naming conventions.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346"/>
                </a:solidFill>
              </a:defRPr>
            </a:pPr>
            <a:r>
              <a:t>Feature Engineering (30 Features)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976D2"/>
                </a:solidFill>
              </a:defRPr>
            </a:pPr>
            <a:r>
              <a:t>Core Signals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Weight discrepancy: absolute, ratio, percentage, over/under flags.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Value-per-kg and chapter-wise statistical outlier detection.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Dwell-time severity flags for prolonged port stay.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Off-hours declaration behavior (night risk indicator).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035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976D2"/>
                </a:solidFill>
              </a:defRPr>
            </a:pPr>
            <a:r>
              <a:t>Behavioral Signals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Origin-country historical critical-rate prior.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Importer/exporter critical-rate priors from historical labels.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Shipping-line rarity and frequency indicators.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Multi-risk composite score for escalation consistency.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346"/>
                </a:solidFill>
              </a:defRPr>
            </a:pPr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Classifier: Random Forest (400 trees, depth 12, class-weighted for critical rarity).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Anomaly detector: Isolation Forest (300 trees, contamination 12%).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Blended risk score combines supervised class probabilities + anomaly intensity.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Risk thresholds support both operational triage and policy-level binary actioning.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346"/>
                </a:solidFill>
              </a:defRPr>
            </a:pPr>
            <a:r>
              <a:t>Model Performance and Batch Outcome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97280"/>
          <a:ext cx="107899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/>
                <a:gridCol w="4206240"/>
              </a:tblGrid>
              <a:tr h="530352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Historical Training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54,000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Real-Time Batch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8,481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High Risk (3-Level)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Medium Risk (3-Level)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1,754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Low Risk (3-Level)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6,654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Total Anomalies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1,046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AUC 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AUC Low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AUC 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82828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346"/>
                </a:solidFill>
              </a:defRPr>
            </a:pPr>
            <a:r>
              <a:t>Operational Outputs for Customs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High Risk: Immediate physical inspection queue.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Medium Risk: Secondary screening + documentation check.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Low Risk: Fast-lane clearance support with audit trace.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Per-record explanation reduces black-box resistance during field operations.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346"/>
                </a:solidFill>
              </a:defRPr>
            </a:pPr>
            <a:r>
              <a:t>Explainability and Trust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Top signals translated into plain language per container.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Examples: weight excess %, extended dwell, elevated importer critical history.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Officers get actionable reasons, not just a score.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Supports compliance reporting and transparent decision justification.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346"/>
                </a:solidFill>
              </a:defRPr>
            </a:pPr>
            <a:r>
              <a:t>API and Integration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976D2"/>
                </a:solidFill>
              </a:defRPr>
            </a:pPr>
            <a:r>
              <a:t>Core Endpoints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GET /health, GET /stats.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POST /predict for single container scoring.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POST /batch and POST /batch-csv for high-volume execution.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Docker + gunicorn-ready deployment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035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976D2"/>
                </a:solidFill>
              </a:defRPr>
            </a:pPr>
            <a:r>
              <a:t>Innovation Endpoints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GET /network for risk relationship intelligence.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POST /feedback for post-inspection officer outcomes.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GET /feedback-stats for feedback quality analytics.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Foundation for active-learning and retraining loops.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346"/>
                </a:solidFill>
              </a:defRPr>
            </a:pPr>
            <a:r>
              <a:t>Innovation 1: Risk Network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Builds graph links across Country, Importer, Exporter, and HS Chapter.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Shows high-risk entity clusters and recurring suspicious corridors.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Supports intelligence-led targeting beyond isolated record-level decisions.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Provides strategic oversight value for supervisors and analysts.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346"/>
                </a:solidFill>
              </a:defRPr>
            </a:pPr>
            <a:r>
              <a:t>Innovation 2: Human-in-the-Loop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Officer confirms or corrects predicted binary outcome after inspection.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Feedback stored as persistent audit log (feedback_log.jsonl).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Live metrics: match rate, false positives, false negatives, officer trends.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Creates measurable pathway to continuous model improvement.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346"/>
                </a:solidFill>
              </a:defRPr>
            </a:pPr>
            <a:r>
              <a:t>UI/UX for Judges and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Dedicated "Check Container" tab for instant live scoring demo.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Status strip: API health, model readiness, training size, sync timestamp.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Decision-first cards: score, level, anomaly flag, explanation summary.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Workflow tab shows architecture, APIs, network intelligence, and feedback loop.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346"/>
                </a:solidFill>
              </a:defRPr>
            </a:pPr>
            <a:r>
              <a:t>Security, Reliability, and Deployment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Input schema validation and guarded API error responses.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Model bootstrap checks historical data presence before serving predictions.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CORS enabled for frontend-backend split deployment.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Deployment options: local, Docker Compose, cloud hosting, or temporary tunnels.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346"/>
                </a:solidFill>
              </a:defRPr>
            </a:pPr>
            <a:r>
              <a:t>Demo Script (3-5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Show /health and /stats to establish model readiness and baseline outcomes.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Use Check Container tab: enter new shipment and explain returned risk rationale.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Submit officer feedback to demonstrate human-in-the-loop correction.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Open network panel to show risky entity linkages and strategic intelligence.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346"/>
                </a:solidFill>
              </a:defRPr>
            </a:pPr>
            <a:r>
              <a:t>Impact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Improves inspection efficiency by prioritizing highest-risk containers first.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Supports faster clearance for compliant trade while preserving enforcement strength.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Enhances transparency and trust in AI-assisted border decisions.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Designed for scalability from pilot ports to national customs deployment.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346"/>
                </a:solidFill>
              </a:defRPr>
            </a:pPr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Phase 1: Pilot with shadow mode + officer feedback capture.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Phase 2: Threshold optimization by inspection-capacity constraints.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Phase 3: Continuous retraining and drift monitoring governance.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Phase 4: National rollout with interoperable customs systems.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42346"/>
                </a:solidFill>
              </a:defRPr>
            </a:pPr>
            <a:r>
              <a:t>Thank You</a:t>
            </a:r>
          </a:p>
          <a:p>
            <a:pPr algn="ctr">
              <a:defRPr sz="2800">
                <a:solidFill>
                  <a:srgbClr val="1976D2"/>
                </a:solidFill>
              </a:defRPr>
            </a:pPr>
            <a:r>
              <a:t>SmartContainer Risk Intelligence Engine</a:t>
            </a:r>
          </a:p>
          <a:p>
            <a:pPr algn="ctr">
              <a:defRPr sz="2000">
                <a:solidFill>
                  <a:srgbClr val="282828"/>
                </a:solidFill>
              </a:defRPr>
            </a:pPr>
            <a:r>
              <a:t>National Level Hackathon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